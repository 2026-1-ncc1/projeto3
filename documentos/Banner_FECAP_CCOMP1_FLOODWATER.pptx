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" roundtripDataSignature="AMtx7mjs+MEjzIp+qYGKpQZtDwTDhLOR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8473B6-5FEB-478A-BA2D-F1CB0CFAC2CF}" v="1" dt="2026-05-04T12:36:39.8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4366"/>
        <p:guide pos="5488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customschemas.google.com/relationships/presentationmetadata" Target="metadata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4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fatec.edu.br/revista/index.php/RTecFatecAM/article/download/427/293/1620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recite.unicarioca.edu.br/rccte/index.php/rccte/article/view/23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-1" y="4700167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>
                <a:latin typeface="Open Sans"/>
                <a:ea typeface="Open Sans"/>
                <a:cs typeface="Open Sans"/>
                <a:sym typeface="Open Sans"/>
              </a:rPr>
              <a:t>JOGO FLOOD WATER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2404768" y="6355587"/>
            <a:ext cx="24286200" cy="1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>
                <a:latin typeface="Open Sans"/>
                <a:ea typeface="Open Sans"/>
                <a:cs typeface="Open Sans"/>
                <a:sym typeface="Open Sans"/>
              </a:rPr>
              <a:t>Guilherme Alves, Thomaz Melo, Luigi Colaneri, Marcos Paulo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Chico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João Trencher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Victor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Giles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5353293" y="23110704"/>
            <a:ext cx="12433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966975" y="31719975"/>
            <a:ext cx="11652000" cy="41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b="1" u="sng">
                <a:solidFill>
                  <a:schemeClr val="hlink"/>
                </a:solidFill>
                <a:hlinkClick r:id="rId7"/>
              </a:rPr>
              <a:t>1.</a:t>
            </a:r>
            <a:r>
              <a:rPr lang="en-US" sz="3400" u="sng">
                <a:solidFill>
                  <a:schemeClr val="hlink"/>
                </a:solidFill>
                <a:hlinkClick r:id="rId7"/>
              </a:rPr>
              <a:t> MOL &amp; CARVALHO (2022) — Desenvolvimento de jogo digital educacional </a:t>
            </a:r>
            <a:endParaRPr sz="340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b="1" u="sng">
                <a:solidFill>
                  <a:schemeClr val="hlink"/>
                </a:solidFill>
                <a:hlinkClick r:id="rId8"/>
              </a:rPr>
              <a:t>4.</a:t>
            </a:r>
            <a:r>
              <a:rPr lang="en-US" sz="3400" u="sng">
                <a:solidFill>
                  <a:schemeClr val="hlink"/>
                </a:solidFill>
                <a:hlinkClick r:id="rId8"/>
              </a:rPr>
              <a:t> FATEC AMERICANA (2025) — A física dos jogos e imersão </a:t>
            </a:r>
            <a:endParaRPr sz="570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/>
          </a:p>
        </p:txBody>
      </p:sp>
      <p:sp>
        <p:nvSpPr>
          <p:cNvPr id="133" name="Google Shape;133;p1"/>
          <p:cNvSpPr txBox="1"/>
          <p:nvPr/>
        </p:nvSpPr>
        <p:spPr>
          <a:xfrm>
            <a:off x="1595875" y="31719850"/>
            <a:ext cx="12562800" cy="6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Unity — engine utilizada para desenvolvimento do jogo em 3D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C# — linguagem de programação usada para toda a lógica do jogo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Visual Studio Code — editor de código utilizado pelo grupo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GitHub — usado para controle de versão e organização do projeto entre os integrantes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95870" y="10749184"/>
            <a:ext cx="12562800" cy="71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projeto interdisciplinar pede para os grupos desenvolverem um jogo digital original para desktop. O jogo precisa ser feito em Unity com C#, ter mecânicas próprias, ser funcional e não pode ser cópia de nenhum jogo existente.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 Além disso, precisa ter tela inicial, sistema de pontuação ou progresso, feedback para o jogador e registro de resultados. O produto final tem que rodar no Windows e ter qualidade suficiente para ser apresentado na Semana FECAP de Tecnologia. </a:t>
            </a:r>
            <a:endParaRPr sz="343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570066" y="21125709"/>
            <a:ext cx="12562800" cy="79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proposta do grupo foi desenvolver o Flood Water, um puzzle game em primeira pessoa onde o jogador acorda dentro de uma casa que está sendo inundada por uma torneira aberta no banheiro.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problema é que a porta do banheiro está trancada, então o jogador precisa explorar a casa e achar a chave antes que a água suba demais.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diferencial é que os itens mudam de lugar a cada partida, então não existe um caminho fixo, o que aumenta a rejogabilidade e deixa cada tentativa diferente da outra. </a:t>
            </a:r>
            <a:endParaRPr sz="343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617825" y="10880623"/>
            <a:ext cx="11904300" cy="117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jogo foi desenvolvido com as seguintes mecânicas: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Sistema de água que sobe gradualmente ao longo do tempo, afetando a velocidade de movimento do jogador e bloqueando o acesso a alguns objetos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Sistema de respiração que permite ao jogador ficar submerso por até 15 segundos antes de começar a tomar dano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Itens e objetos em posições aleatórias a cada partida, garantindo rejogabilidade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Evento de apagão que acontece aos 4 minutos de jogo, quando o gerador explode e o ambiente fica escuro, obrigando o jogador a usar lanterna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Sistema de objetivos dinâmico, onde completar uma task desbloqueia a próxima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Progressão de dificuldade baseada no tempo: de 1 a 3 minutos a água está no joelho, de 3 a 6 na barriga e de 6 a 10 minutos já está na cabeça, tornando a situação crítica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5714839" y="24195810"/>
            <a:ext cx="11652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6802600" y="21924587"/>
            <a:ext cx="9728626" cy="763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2</cp:revision>
  <dcterms:created xsi:type="dcterms:W3CDTF">2006-08-16T00:00:00Z</dcterms:created>
  <dcterms:modified xsi:type="dcterms:W3CDTF">2026-05-04T12:51:33Z</dcterms:modified>
</cp:coreProperties>
</file>